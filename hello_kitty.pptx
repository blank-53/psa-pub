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8ca7911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8ca7911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ca79118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8ca7911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8ca79118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8ca79118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G_20260217_16141822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IMG_20260217_1614408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IMG_20260217_16142947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memo_spiritualit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
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6d914d2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6d914d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6d914d2e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6d914d2e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6d914d2e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6d914d2e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6d914d2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6d914d2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6d914d2e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6d914d2e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d914d2e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6d914d2e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6db30a3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6db30a3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Lost art of Legacy Program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underlying</a:t>
            </a:r>
            <a:r>
              <a:rPr lang="en"/>
              <a:t> coding of modern civilation</a:t>
            </a:r>
            <a:endParaRPr/>
          </a:p>
        </p:txBody>
      </p:sp>
      <p:pic>
        <p:nvPicPr>
          <p:cNvPr id="56" name="Google Shape;56;p13" title="53_logo.png"/>
          <p:cNvPicPr preferRelativeResize="0"/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0" y="0"/>
            <a:ext cx="670025" cy="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logo_pri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8750"/>
            <a:ext cx="1364649" cy="8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computer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6-04-16 19.18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525" y="1229075"/>
            <a:ext cx="4448623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53_logo.png"/>
          <p:cNvPicPr preferRelativeResize="0"/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0" y="0"/>
            <a:ext cx="670025" cy="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logo_pri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268750"/>
            <a:ext cx="1364649" cy="8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Screenshot 2026-04-16 19.20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075" y="1017725"/>
            <a:ext cx="63627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53_logo.png"/>
          <p:cNvPicPr preferRelativeResize="0"/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0" y="0"/>
            <a:ext cx="670025" cy="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logo_pri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268750"/>
            <a:ext cx="1364649" cy="8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580825" y="1385600"/>
            <a:ext cx="832800" cy="447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1959450" y="1385600"/>
            <a:ext cx="1224600" cy="60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item of the earth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729875" y="1385600"/>
            <a:ext cx="1168800" cy="643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item into mouth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3701975" y="2361800"/>
            <a:ext cx="1224600" cy="102522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you Die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2603250" y="2675875"/>
            <a:ext cx="636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995825" y="3596950"/>
            <a:ext cx="6369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701975" y="4429700"/>
            <a:ext cx="1224612" cy="363906"/>
          </a:xfrm>
          <a:prstGeom prst="flowChartTermina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cxnSp>
        <p:nvCxnSpPr>
          <p:cNvPr id="85" name="Google Shape;85;p16"/>
          <p:cNvCxnSpPr>
            <a:stCxn id="78" idx="3"/>
            <a:endCxn id="79" idx="1"/>
          </p:cNvCxnSpPr>
          <p:nvPr/>
        </p:nvCxnSpPr>
        <p:spPr>
          <a:xfrm>
            <a:off x="1413625" y="1609550"/>
            <a:ext cx="545700" cy="7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6"/>
          <p:cNvCxnSpPr>
            <a:stCxn id="79" idx="3"/>
            <a:endCxn id="80" idx="1"/>
          </p:cNvCxnSpPr>
          <p:nvPr/>
        </p:nvCxnSpPr>
        <p:spPr>
          <a:xfrm>
            <a:off x="3184050" y="1686500"/>
            <a:ext cx="545700" cy="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6"/>
          <p:cNvCxnSpPr>
            <a:stCxn id="80" idx="2"/>
            <a:endCxn id="81" idx="0"/>
          </p:cNvCxnSpPr>
          <p:nvPr/>
        </p:nvCxnSpPr>
        <p:spPr>
          <a:xfrm>
            <a:off x="4314275" y="2029400"/>
            <a:ext cx="0" cy="33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6"/>
          <p:cNvCxnSpPr>
            <a:stCxn id="81" idx="1"/>
            <a:endCxn id="82" idx="3"/>
          </p:cNvCxnSpPr>
          <p:nvPr/>
        </p:nvCxnSpPr>
        <p:spPr>
          <a:xfrm rot="10800000">
            <a:off x="3240275" y="2857913"/>
            <a:ext cx="461700" cy="1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6"/>
          <p:cNvCxnSpPr>
            <a:endCxn id="84" idx="1"/>
          </p:cNvCxnSpPr>
          <p:nvPr/>
        </p:nvCxnSpPr>
        <p:spPr>
          <a:xfrm flipH="1" rot="-5400000">
            <a:off x="2525825" y="3435503"/>
            <a:ext cx="1572000" cy="780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6"/>
          <p:cNvCxnSpPr>
            <a:stCxn id="83" idx="2"/>
            <a:endCxn id="84" idx="0"/>
          </p:cNvCxnSpPr>
          <p:nvPr/>
        </p:nvCxnSpPr>
        <p:spPr>
          <a:xfrm>
            <a:off x="4314275" y="4044850"/>
            <a:ext cx="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1" name="Google Shape;91;p16" title="53_logo.png"/>
          <p:cNvPicPr preferRelativeResize="0"/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0" y="0"/>
            <a:ext cx="670025" cy="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logo_pri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8750"/>
            <a:ext cx="1364649" cy="8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History of autonomous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Talos (silver standard) created by Hephaestus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Automata (gold standard) created by Hephaestus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Hero of Alexandria(gold standard)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Automate Therapaenis(Bronze standard)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Human foragers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Water gatherer</a:t>
            </a:r>
            <a:endParaRPr/>
          </a:p>
        </p:txBody>
      </p:sp>
      <p:pic>
        <p:nvPicPr>
          <p:cNvPr id="99" name="Google Shape;99;p17" title="53_logo.png"/>
          <p:cNvPicPr preferRelativeResize="0"/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0" y="0"/>
            <a:ext cx="670025" cy="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logo_pri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8750"/>
            <a:ext cx="1364649" cy="8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248700" y="220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